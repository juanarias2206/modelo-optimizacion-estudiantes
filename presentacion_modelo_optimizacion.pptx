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Asignados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Sheet1!$A$2:$A$3</c:f>
              <c:strCache>
                <c:ptCount val="2"/>
                <c:pt idx="0">
                  <c:v>CLÍNICA VERSALLES
S.A.</c:v>
                </c:pt>
                <c:pt idx="1">
                  <c:v>Hospital Universitario
del Valle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</c:v>
                </c:pt>
                <c:pt idx="1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MODELO DE OPTIMIZACIÓN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Asignación de Estudiantes a Escenarios de Práctica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</a:defRPr>
            </a:pPr>
            <a:r>
              <a:t>Programación Lineal Entera Mixta (MILP)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Facultad de Salud - Universidad Javeriana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D2F0"/>
                </a:solidFill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1. 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Las Facultades de Salud deben asignar estudiantes de pregrado y posgrado a múltiples escenarios de práctica clínica.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Cada escenario tiene diferentes características: capacidad, calidad, costos y servicios disponibles.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El objetivo es maximizar la calidad de la experiencia formativa respetando las restricciones de capacidad.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Se requiere un criterio objetivo y transparente para la toma de decisiones.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El modelo actual considera 10 criterios ponderables y más de 30 instituciones.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OBJETIVO: Asignar 80 estudiantes a las mejores instituciones posibles, respetando capacidades y costos.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2. MODELO MATEMÁTICO (MILP)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72C4"/>
                </a:solidFill>
              </a:defRPr>
            </a:pPr>
            <a:r>
              <a:t>Conjuntos e Índices: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J: conjunto de instituciones (IPS/escenarios)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G: conjunto de grupos de demanda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K: conjunto de criterios activos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72C4"/>
                </a:solidFill>
              </a:defRPr>
            </a:pPr>
            <a:r>
              <a:t>Parámetros: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Dg: estudiantes a asignar en grupo 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Capj,p,n,s: cupo disponible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wk: peso del criterio k (suma = 1.0)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Vj,g: score agregado del par (j,g)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72C4"/>
                </a:solidFill>
              </a:defRPr>
            </a:pPr>
            <a:r>
              <a:t>Función Objetivo: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MAX ∑∑ Vj,g · xj,g    (Maximizar utilidad total ponderada)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72C4"/>
                </a:solidFill>
              </a:defRPr>
            </a:pPr>
            <a:r>
              <a:t>Restricciones: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Satisfacción de demanda: ∑j xj,g = Dg ∀g ∈ 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Capacidad institucional: ∑g xj,g ≤ Capj,p,n,s  ∀(j,p,n,s)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Integralidad: xj,g ∈ ℤ≥0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3. DATOS DE ENTRADA (Plantilla Excel V3)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2743200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Hoja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Contenido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Registros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01_Oferta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Instituciones, servicios, ubicación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31 instituciones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02_Oferta_x_Programa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Cupos disponibles por programa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31 registros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03_Calidad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Criterios de calidad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32 registros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04_Costo_del_Sitio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Contraprestación, EPP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73 registros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05_Ponderaciones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Pesos de criterios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 criterios</a:t>
                      </a:r>
                    </a:p>
                  </a:txBody>
                  <a:tcPr anchor="ctr"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Demanda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Estudiantes a ubicar (opcional)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disponible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95959"/>
                </a:solidFill>
              </a:defRPr>
            </a:pPr>
            <a:r>
              <a:t>Nota: La hoja de Demanda es opcional. Si no existe, se usa demanda manual configurada por el usuario.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4. CRITERIOS Y PONERACIONES (Set: SET-MEDICINA)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371600"/>
                <a:gridCol w="18288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Criterio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Peso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Escala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Escenario_Avalado_Practicas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Beneficio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Binario (0/1)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%_Contraprestacion_Matricula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0-100%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Es_Hospital_Universitario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Beneficio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Binario (0/1)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Servicios_Pediatricos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Beneficio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Binario (0/1)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Servicios_Obstetricia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Beneficio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Binario (0/1)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Areas_Bienestar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Beneficio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Binario (0/1)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Areas_Academicas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Beneficio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Binario (0/1)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MisionVisionProposito_AlineacionDocencia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Beneficio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Escala 1-5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Admiten_Docentes_Externos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Beneficio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Sí/No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EPP_Exigidos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Sin/Parcial/Completo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B57"/>
                </a:solidFill>
              </a:defRPr>
            </a:pPr>
            <a:r>
              <a:t>✓ Suma de pesos activos = 1.00 (validado)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5. CONFIGURACIÓN DE LA SIMULACIÓN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Set de Ponderaciones: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SET-MEDICINA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Semestre: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2026-1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774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Programa: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3774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Medicina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803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Tipo de Estudiante: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8803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Pregrado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832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Tipo de Práctica: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3832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Rotación pregrado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8861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Demanda: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8861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80 estudiantes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891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Instituciones disponibles: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3891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92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Capacidad total: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892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595 cupos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6. RESULTADOS DE LA OPTIMIZACIÓN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4572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Demanda 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 estudiantes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Asignados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 estudiantes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Brecha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Cobertura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Instituciones Seleccionadas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 de 31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Valor Objetivo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0.8575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72C4"/>
                </a:solidFill>
              </a:defRPr>
            </a:pPr>
            <a:r>
              <a:t>Asignaciones Detalladas: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73736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Institución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Asignados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7600103359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CLÍNICA VERSALLES S.A.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0.800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7600103799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Hospital Universitario del Valle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0.925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72C4"/>
                </a:solidFill>
              </a:defRPr>
            </a:pPr>
            <a:r>
              <a:t>Análisis: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El modelo asignó todos los estudiantes (100% de cobertura)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CLÍNICA VERSALLES recibe la mayor cantidad (56 estudiantes) por su alta capacidad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Hospital Universitario del Valle tiene el score más alto (0.925) pero menor capacidad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Se aprovechó el 13.4% de la capacidad total disponible (80/595)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7. DISTRIBUCIÓN DE ASIGNACIONES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72C4"/>
                </a:solidFill>
              </a:defRPr>
            </a:pPr>
            <a:r>
              <a:t>Score por Institución: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201168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Institución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CLÍNICA VERSALLES S.A.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Hospital Universitario del Valle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0.925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34747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95959"/>
                </a:solidFill>
              </a:defRPr>
            </a:pPr>
            <a:r>
              <a:t>Interpretación:</a:t>
            </a:r>
            <a:br/>
            <a:br/>
            <a:r>
              <a:t>• El score combina todos los criterios ponderados</a:t>
            </a:r>
            <a:br/>
            <a:r>
              <a:t>• Un score más alto indica mejor calidad percibida</a:t>
            </a:r>
            <a:br/>
            <a:r>
              <a:t>• La asignación considera tanto score como capacidad disponible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8. ANÁLISIS DE CAPACIDAD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Institución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Capacidad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Asignados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Utilización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CLÍNICA VERSALLES S.A.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N/A**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Hospital Universitario del Valle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N/A**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13.4%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95959"/>
                </a:solidFill>
              </a:defRPr>
            </a:pPr>
            <a:r>
              <a:t>* Los valores de asignación pueden exceder la capacidad individual mostrada</a:t>
            </a:r>
            <a:br/>
            <a:r>
              <a:t>  porque el modelo considera la capacidad total por institución.</a:t>
            </a:r>
            <a:br/>
            <a:r>
              <a:t>** La utilización real depende de la capacidad específica por programa/tipo.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72C4"/>
                </a:solidFill>
              </a:defRPr>
            </a:pPr>
            <a:r>
              <a:t>Instituciones No Seleccionadas: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29 de 31 instituciones no recibieron asignaciones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Razón principal: El modelo prioriza las mejores combinaciones de score y capacidad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• Algunas instituciones pueden tener score bajo o costos elevados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Actualizar la plantilla con datos reales de cupos y costos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Definir la hoja de Demanda para automatizar la asignación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Ajustar los pesos según prioridades de la Facultad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Considerar restricciones adicionales (ej: límite por grupo)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Realizar análisis de sensibilidad para validar resultados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9. CONCLUSIONES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D2F0"/>
                </a:solidFill>
              </a:defRPr>
            </a:pPr>
            <a:r>
              <a:t>Conclusiones: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El modelo MILP resuelve eficientemente el problema de asignación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Se logró 100% de cobertura para la demanda de 80 estudiantes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El sistema selecciona automáticamente las mejores instituciones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Los criterios de calidad y costo se balancean según los pesos definidos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El proceso es transparente y reproducible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D2F0"/>
                </a:solidFill>
              </a:defRPr>
            </a:pPr>
            <a:r>
              <a:t>Recomendaciones: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Facultad de Salud - Universidad Javeriana</a:t>
            </a:r>
            <a:br/>
            <a:r>
              <a:t>Junio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